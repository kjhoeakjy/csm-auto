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43560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26314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92608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58902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25196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149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57784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24078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90372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756666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82296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63624" y="417880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44" name="Oval 43"/>
          <p:cNvSpPr/>
          <p:nvPr/>
        </p:nvSpPr>
        <p:spPr>
          <a:xfrm>
            <a:off x="22082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2656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46" name="Oval 45"/>
          <p:cNvSpPr/>
          <p:nvPr/>
        </p:nvSpPr>
        <p:spPr>
          <a:xfrm>
            <a:off x="287121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889504" y="531266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48" name="Oval 47"/>
          <p:cNvSpPr/>
          <p:nvPr/>
        </p:nvSpPr>
        <p:spPr>
          <a:xfrm>
            <a:off x="35341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52444" y="417880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0" name="Oval 49"/>
          <p:cNvSpPr/>
          <p:nvPr/>
        </p:nvSpPr>
        <p:spPr>
          <a:xfrm>
            <a:off x="419709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1538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52" name="Oval 51"/>
          <p:cNvSpPr/>
          <p:nvPr/>
        </p:nvSpPr>
        <p:spPr>
          <a:xfrm>
            <a:off x="483717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8324" y="531266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54" name="Oval 53"/>
          <p:cNvSpPr/>
          <p:nvPr/>
        </p:nvSpPr>
        <p:spPr>
          <a:xfrm>
            <a:off x="55229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1264" y="417880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56" name="Oval 55"/>
          <p:cNvSpPr/>
          <p:nvPr/>
        </p:nvSpPr>
        <p:spPr>
          <a:xfrm>
            <a:off x="616305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04204" y="474573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8" name="Oval 57"/>
          <p:cNvSpPr/>
          <p:nvPr/>
        </p:nvSpPr>
        <p:spPr>
          <a:xfrm>
            <a:off x="68488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67144" y="531266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0" name="Oval 59"/>
          <p:cNvSpPr/>
          <p:nvPr/>
        </p:nvSpPr>
        <p:spPr>
          <a:xfrm>
            <a:off x="748893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30084" y="417880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62" name="Oval 61"/>
          <p:cNvSpPr/>
          <p:nvPr/>
        </p:nvSpPr>
        <p:spPr>
          <a:xfrm>
            <a:off x="8151875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93024" y="474573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64" name="Oval 63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Freeform 64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Freeform 65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8823959" y="152704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Freeform 70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012680" y="352958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대출 부실 예측모형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시간 경과에 따른 부실 예측모형 정확도 저하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부실률 상승, 모형 예측치 하락 (부실률: 대출 실행 후 2년 내 미상환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분기별 예측 부실률·실제 부실률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오차 확대 시 수정안 11종 검증 (1년 전 자료로 수립, 이후 실적으로 평가)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충족안만 담당자 보고, 적용 여부는 담당자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13개 분기 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단축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이상 감지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실적 병행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 (권고안 적용 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교체 횟수 (3년)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방식 13회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오차 19.4% 대비 17.3%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자료: Lending Club 공개 대출 226만 건. 시점별 판단에 해당 시점까지의 정보만 사용.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308</Words>
  <Application>Microsoft Office PowerPoint</Application>
  <PresentationFormat>와이드스크린</PresentationFormat>
  <Paragraphs>69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2026-10-22T07:03:10Z</dcterms:modified>
  <cp:category/>
</cp:coreProperties>
</file>