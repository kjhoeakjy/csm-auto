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4DE19-E75C-4715-95F5-1D0E12C882BD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1FCCD6-4DDE-428A-A3E3-A7B38B9DF1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947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25272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데이터사이언스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72184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073728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547257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020785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94314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967842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441371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9149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5388428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861957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6335485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809014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7282542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7756071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82296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563624" y="4178808"/>
            <a:ext cx="1453895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민간의료보험과 건강지표 분석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48" name="Oval 47"/>
          <p:cNvSpPr/>
          <p:nvPr/>
        </p:nvSpPr>
        <p:spPr>
          <a:xfrm>
            <a:off x="2018864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37152" y="4745736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제주 특산물 가격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50" name="Oval 49"/>
          <p:cNvSpPr/>
          <p:nvPr/>
        </p:nvSpPr>
        <p:spPr>
          <a:xfrm>
            <a:off x="2492393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510681" y="5312664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스마트팜 참외 수확량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2024.08 ~ 2024.10</a:t>
            </a:r>
          </a:p>
        </p:txBody>
      </p:sp>
      <p:sp>
        <p:nvSpPr>
          <p:cNvPr id="52" name="Oval 51"/>
          <p:cNvSpPr/>
          <p:nvPr/>
        </p:nvSpPr>
        <p:spPr>
          <a:xfrm>
            <a:off x="2965921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84209" y="4178808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3439450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457738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3912978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31266" y="5312664"/>
            <a:ext cx="1274673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4386507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04795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담낭선암 생존분석 연구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8600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5333564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351852" y="5312664"/>
            <a:ext cx="1042416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807093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825381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280621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98909" y="4745736"/>
            <a:ext cx="1364284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754150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72438" y="5312664"/>
            <a:ext cx="1543507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227678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245966" y="4178808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전차 제원 PCA 분석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2025.11</a:t>
            </a:r>
          </a:p>
        </p:txBody>
      </p:sp>
      <p:sp>
        <p:nvSpPr>
          <p:cNvPr id="72" name="Oval 71"/>
          <p:cNvSpPr/>
          <p:nvPr/>
        </p:nvSpPr>
        <p:spPr>
          <a:xfrm>
            <a:off x="7701207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19495" y="4745736"/>
            <a:ext cx="1185062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4" name="Oval 73"/>
          <p:cNvSpPr/>
          <p:nvPr/>
        </p:nvSpPr>
        <p:spPr>
          <a:xfrm>
            <a:off x="81747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193024" y="5312664"/>
            <a:ext cx="1722729" cy="36576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6" name="Oval 75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Freeform 76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reeform 77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9" name="Connector 78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8778240" y="2240280"/>
            <a:ext cx="182880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산업 현장에서의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2026.08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Freeform 82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6" name="TextBox 85"/>
          <p:cNvSpPr txBox="1"/>
          <p:nvPr/>
        </p:nvSpPr>
        <p:spPr>
          <a:xfrm>
            <a:off x="10012680" y="3529584"/>
            <a:ext cx="163037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리스크 모형 운영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운영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6" name="Freeform 5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Freeform 7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개선안 검증</a:t>
            </a:r>
          </a:p>
        </p:txBody>
      </p:sp>
      <p:sp>
        <p:nvSpPr>
          <p:cNvPr id="10" name="Freeform 9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1636776"/>
            <a:ext cx="155448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 변경은 담당자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2018년 1분기 판단 화면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이상 감지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사용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33%. 2018년 1분기 보유 대출 46만 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13회와 비슷한 오차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데이터로 과거 분기를 재현한 프로토타입. 판단에는 당시 데이터만 쓰고, 평가는 이후 확정된 결과로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227</Words>
  <Application>Microsoft Office PowerPoint</Application>
  <PresentationFormat>와이드스크린</PresentationFormat>
  <Paragraphs>69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Pretendard</vt:lpstr>
      <vt:lpstr>맑은 고딕</vt:lpstr>
      <vt:lpstr>Arial</vt:lpstr>
      <vt:lpstr>Pretendard Medium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2026-10-22T05:52:12Z</dcterms:modified>
  <cp:category/>
</cp:coreProperties>
</file>