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33472"/>
            <a:ext cx="5486400" cy="37608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566160"/>
            <a:ext cx="153101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840480"/>
            <a:ext cx="1531010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718304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(기존 방식은 2년 실적 확인 후 경고)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2223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5002" y="3566160"/>
            <a:ext cx="1531010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002" y="4041648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5002" y="4535424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모형을 그대로 두면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4분기 기준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79265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112044" y="3566160"/>
            <a:ext cx="153101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2044" y="3840480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2044" y="4334256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재학습(13회)은 18.8%</a:t>
            </a:r>
          </a:p>
        </p:txBody>
      </p:sp>
      <p:pic>
        <p:nvPicPr>
          <p:cNvPr id="28" name="Picture 2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387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Calibri</vt:lpstr>
      <vt:lpstr>Pretendard</vt:lpstr>
      <vt:lpstr>Pretendard Medium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2026-10-23T04:45:13Z</dcterms:modified>
  <cp:category/>
</cp:coreProperties>
</file>