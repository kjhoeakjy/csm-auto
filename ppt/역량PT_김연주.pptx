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2010~2012년 대출 8.7만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상각률 상승, 예측 상각률 하락 (상각률은 대출 실행 후 2년 내 상환 중단 후 손실 처리 비율)</a:t>
            </a:r>
          </a:p>
        </p:txBody>
      </p:sp>
      <p:pic>
        <p:nvPicPr>
          <p:cNvPr id="8" name="Picture 7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적용 여부는 담당자 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미리 예측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 (기존 2년 실적)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상각률 예측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33%, 상대 오차 (실제÷예측-1)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절대 차이 3.4%p에서 1.6%p로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사후 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변경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재학습 1, 예측치 조정 3 (변경 승인 가정)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 19.4%에서 17.3%로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변별력(AUC)은 정기 재학습 우위 (0.701 대 0.693)</a:t>
            </a:r>
          </a:p>
        </p:txBody>
      </p:sp>
      <p:pic>
        <p:nvPicPr>
          <p:cNvPr id="22" name="Picture 21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규칙은 같은 기간 결과를 보고 조정한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411</Words>
  <Application>Microsoft Office PowerPoint</Application>
  <PresentationFormat>와이드스크린</PresentationFormat>
  <Paragraphs>67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Arial</vt:lpstr>
      <vt:lpstr>Pretendard Medium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2026-10-23T01:33:05Z</dcterms:modified>
  <cp:category/>
</cp:coreProperties>
</file>