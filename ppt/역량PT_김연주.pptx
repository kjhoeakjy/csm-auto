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5486400" cy="37608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4854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3566160"/>
            <a:ext cx="153101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840480"/>
            <a:ext cx="1531010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718304"/>
            <a:ext cx="1531010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2223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5002" y="3566160"/>
            <a:ext cx="1531010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002" y="4041648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002" y="4535424"/>
            <a:ext cx="1531010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 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79265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12044" y="3566160"/>
            <a:ext cx="153101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2044" y="3840480"/>
            <a:ext cx="1531010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12044" y="4334256"/>
            <a:ext cx="1531010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 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5989320"/>
            <a:ext cx="510509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363</Words>
  <Application>Microsoft Office PowerPoint</Application>
  <PresentationFormat>와이드스크린</PresentationFormat>
  <Paragraphs>71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Calibri</vt:lpstr>
      <vt:lpstr>Pretendard SemiBold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2026-10-23T04:53:47Z</dcterms:modified>
  <cp:category/>
</cp:coreProperties>
</file>