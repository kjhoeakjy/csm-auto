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59" y="2148840"/>
            <a:ext cx="5486400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김연주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59" y="3154680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관심분야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리스크 / Collection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59" y="4155757"/>
            <a:ext cx="3840480" cy="952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438912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89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736592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736592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New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예측 상각률과 사후 확인된 실제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</Words>
  <Application>Microsoft Office PowerPoint</Application>
  <PresentationFormat>와이드스크린</PresentationFormat>
  <Paragraphs>80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2026-10-23T07:56:36Z</dcterms:modified>
  <cp:category/>
</cp:coreProperties>
</file>