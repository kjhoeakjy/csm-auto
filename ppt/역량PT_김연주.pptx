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상각률은 대출 실행 후 2년 내 상환 중단 후 손실 처리 비율. 예측 오차는 |실제÷예측-1|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상각률 예측 오차, 모형 유지 대비 본 시스템 적용 (변경 승인 가정)</a:t>
            </a:r>
          </a:p>
        </p:txBody>
      </p:sp>
      <p:pic>
        <p:nvPicPr>
          <p:cNvPr id="9" name="Picture 8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적용 여부는 담당자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 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3.4%p에서 1.6%p로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사후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변경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재학습 1, 예측치 조정 3 (변경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19.4%에서 17.3%로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변별력(AUC)은 정기 재학습 우위 (0.701 대 0.693)</a:t>
            </a:r>
          </a:p>
        </p:txBody>
      </p:sp>
      <p:pic>
        <p:nvPicPr>
          <p:cNvPr id="23" name="Picture 22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432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Pretendard SemiBold</vt:lpstr>
      <vt:lpstr>Arial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2026-10-23T01:36:30Z</dcterms:modified>
  <cp:category/>
</cp:coreProperties>
</file>