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상각률 상승, 예측 상각률 하락 (상각률은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2" name="Picture 2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판단에 해당 시점까지의 정보만 사용.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426</Words>
  <Application>Microsoft Office PowerPoint</Application>
  <PresentationFormat>와이드스크린</PresentationFormat>
  <Paragraphs>67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Arial</vt:lpstr>
      <vt:lpstr>Pretendard</vt:lpstr>
      <vt:lpstr>Pretendard Medium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2026-10-23T01:00:07Z</dcterms:modified>
  <cp:category/>
</cp:coreProperties>
</file>