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상각률. 숫자는 모형 갱신 시점 (갱신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 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31%,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권고 10개 시점 평균, 당시 보유 대출 사후 평가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 측정 대상 대출 실행 2014~2016년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예측치 조정 2회 (갱신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18.8%에서 9.5%로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 우위 (0.703 대 0.701)</a:t>
            </a:r>
          </a:p>
        </p:txBody>
      </p:sp>
      <p:pic>
        <p:nvPicPr>
          <p:cNvPr id="23" name="Picture 2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424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Calibri</vt:lpstr>
      <vt:lpstr>Pretendard</vt:lpstr>
      <vt:lpstr>Pretendard Medium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2026-10-23T03:38:08Z</dcterms:modified>
  <cp:category/>
</cp:coreProperties>
</file>