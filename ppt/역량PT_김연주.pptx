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9680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Experiences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5710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679191" cy="65836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27048"/>
            <a:ext cx="242316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 분석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추론, 생존분석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3264408" y="1417320"/>
            <a:ext cx="3255264" cy="65836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10712" y="1527048"/>
            <a:ext cx="30175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AI 모델 개발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설계와 실험, 에이전트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6248" y="1417320"/>
            <a:ext cx="2066543" cy="65836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02552" y="1527048"/>
            <a:ext cx="1828799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산업 적용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 구축과 실사용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학업과 활동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45155"/>
            <a:ext cx="635508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03720" y="3154680"/>
            <a:ext cx="411480" cy="76809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115568" y="29443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 flipV="1">
            <a:off x="1257300" y="3182112"/>
            <a:ext cx="0" cy="64008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325880" y="3108960"/>
            <a:ext cx="0" cy="13716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394460" y="3063240"/>
            <a:ext cx="0" cy="18288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1115568" y="2221992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8" name="Oval 17"/>
          <p:cNvSpPr/>
          <p:nvPr/>
        </p:nvSpPr>
        <p:spPr>
          <a:xfrm>
            <a:off x="3310128" y="29443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V="1">
            <a:off x="3447288" y="30449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20" name="Freeform 19"/>
          <p:cNvSpPr/>
          <p:nvPr/>
        </p:nvSpPr>
        <p:spPr>
          <a:xfrm>
            <a:off x="3447288" y="3054096"/>
            <a:ext cx="164592" cy="100584"/>
          </a:xfrm>
          <a:custGeom>
            <a:avLst/>
            <a:gdLst/>
            <a:ahLst/>
            <a:cxnLst/>
            <a:rect l="l" t="t" r="r" b="b"/>
            <a:pathLst>
              <a:path w="164592" h="100584">
                <a:moveTo>
                  <a:pt x="0" y="0"/>
                </a:moveTo>
                <a:lnTo>
                  <a:pt x="164592" y="50292"/>
                </a:lnTo>
                <a:lnTo>
                  <a:pt x="0" y="10058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10128" y="2221992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데이터사이언스 학회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프로젝트 리딩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2026.06</a:t>
            </a:r>
          </a:p>
        </p:txBody>
      </p:sp>
      <p:sp>
        <p:nvSpPr>
          <p:cNvPr id="22" name="Oval 21"/>
          <p:cNvSpPr/>
          <p:nvPr/>
        </p:nvSpPr>
        <p:spPr>
          <a:xfrm>
            <a:off x="5276088" y="29443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5399532" y="3063240"/>
            <a:ext cx="86868" cy="36576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5399532" y="3099816"/>
            <a:ext cx="86868" cy="5486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5399532" y="3099816"/>
            <a:ext cx="86868" cy="14630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5399532" y="3063240"/>
            <a:ext cx="86868" cy="14630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5399532" y="3154680"/>
            <a:ext cx="86868" cy="5486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5399532" y="3209544"/>
            <a:ext cx="86868" cy="36576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5486400" y="3063240"/>
            <a:ext cx="86868" cy="9144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5486400" y="3154680"/>
            <a:ext cx="86868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5486400" y="3154680"/>
            <a:ext cx="86868" cy="9144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5378958" y="3079242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378958" y="3188970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465826" y="304266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465826" y="313410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465826" y="322554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552694" y="313410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276088" y="2221992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 모델 설계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74920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73955"/>
            <a:ext cx="635508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 flipV="1">
            <a:off x="6903720" y="4215384"/>
            <a:ext cx="411480" cy="76809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1984248" y="4773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Freeform 42"/>
          <p:cNvSpPr/>
          <p:nvPr/>
        </p:nvSpPr>
        <p:spPr>
          <a:xfrm>
            <a:off x="2093976" y="4873752"/>
            <a:ext cx="210312" cy="210312"/>
          </a:xfrm>
          <a:custGeom>
            <a:avLst/>
            <a:gdLst/>
            <a:ahLst/>
            <a:cxnLst/>
            <a:rect l="l" t="t" r="r" b="b"/>
            <a:pathLst>
              <a:path w="210312" h="210312">
                <a:moveTo>
                  <a:pt x="0" y="0"/>
                </a:moveTo>
                <a:lnTo>
                  <a:pt x="0" y="210312"/>
                </a:lnTo>
                <a:lnTo>
                  <a:pt x="210312" y="210312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eeform 43"/>
          <p:cNvSpPr/>
          <p:nvPr/>
        </p:nvSpPr>
        <p:spPr>
          <a:xfrm>
            <a:off x="2093976" y="4901184"/>
            <a:ext cx="192024" cy="109728"/>
          </a:xfrm>
          <a:custGeom>
            <a:avLst/>
            <a:gdLst/>
            <a:ahLst/>
            <a:cxnLst/>
            <a:rect l="l" t="t" r="r" b="b"/>
            <a:pathLst>
              <a:path w="192024" h="109728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109727" y="54864"/>
                </a:lnTo>
                <a:lnTo>
                  <a:pt x="109727" y="109728"/>
                </a:lnTo>
                <a:lnTo>
                  <a:pt x="192024" y="109728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984248" y="5294376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생존분석 연구보조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사건 시점 분석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2026.08</a:t>
            </a:r>
          </a:p>
        </p:txBody>
      </p:sp>
      <p:sp>
        <p:nvSpPr>
          <p:cNvPr id="46" name="Oval 45"/>
          <p:cNvSpPr/>
          <p:nvPr/>
        </p:nvSpPr>
        <p:spPr>
          <a:xfrm>
            <a:off x="3904487" y="4773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4037076" y="5047488"/>
            <a:ext cx="155448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48" name="Connector 47"/>
          <p:cNvCxnSpPr/>
          <p:nvPr/>
        </p:nvCxnSpPr>
        <p:spPr>
          <a:xfrm flipH="1" flipV="1">
            <a:off x="4114800" y="4905756"/>
            <a:ext cx="77724" cy="1417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49" name="Connector 48"/>
          <p:cNvCxnSpPr/>
          <p:nvPr/>
        </p:nvCxnSpPr>
        <p:spPr>
          <a:xfrm flipH="1">
            <a:off x="4037076" y="4905756"/>
            <a:ext cx="77724" cy="1417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4007358" y="5017770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4162806" y="5017770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085082" y="4876038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904487" y="5294376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멀티에이전트 시스템 3건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데이터와 AI 시스템 연결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 ~ 2026.06</a:t>
            </a:r>
          </a:p>
        </p:txBody>
      </p:sp>
      <p:sp>
        <p:nvSpPr>
          <p:cNvPr id="54" name="Oval 53"/>
          <p:cNvSpPr/>
          <p:nvPr/>
        </p:nvSpPr>
        <p:spPr>
          <a:xfrm>
            <a:off x="5687568" y="4773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Freeform 54"/>
          <p:cNvSpPr/>
          <p:nvPr/>
        </p:nvSpPr>
        <p:spPr>
          <a:xfrm>
            <a:off x="5797296" y="4887468"/>
            <a:ext cx="201168" cy="100584"/>
          </a:xfrm>
          <a:custGeom>
            <a:avLst/>
            <a:gdLst/>
            <a:ahLst/>
            <a:cxnLst/>
            <a:rect l="l" t="t" r="r" b="b"/>
            <a:pathLst>
              <a:path w="201168" h="100584">
                <a:moveTo>
                  <a:pt x="0" y="50292"/>
                </a:moveTo>
                <a:lnTo>
                  <a:pt x="100584" y="0"/>
                </a:lnTo>
                <a:lnTo>
                  <a:pt x="201168" y="50292"/>
                </a:lnTo>
                <a:lnTo>
                  <a:pt x="100584" y="10058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Freeform 55"/>
          <p:cNvSpPr/>
          <p:nvPr/>
        </p:nvSpPr>
        <p:spPr>
          <a:xfrm>
            <a:off x="5797296" y="4978907"/>
            <a:ext cx="201168" cy="50293"/>
          </a:xfrm>
          <a:custGeom>
            <a:avLst/>
            <a:gdLst/>
            <a:ahLst/>
            <a:cxnLst/>
            <a:rect l="l" t="t" r="r" b="b"/>
            <a:pathLst>
              <a:path w="201168" h="50293">
                <a:moveTo>
                  <a:pt x="0" y="0"/>
                </a:moveTo>
                <a:lnTo>
                  <a:pt x="100584" y="50293"/>
                </a:lnTo>
                <a:lnTo>
                  <a:pt x="201168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Freeform 56"/>
          <p:cNvSpPr/>
          <p:nvPr/>
        </p:nvSpPr>
        <p:spPr>
          <a:xfrm>
            <a:off x="5797296" y="5038344"/>
            <a:ext cx="201168" cy="50292"/>
          </a:xfrm>
          <a:custGeom>
            <a:avLst/>
            <a:gdLst/>
            <a:ahLst/>
            <a:cxnLst/>
            <a:rect l="l" t="t" r="r" b="b"/>
            <a:pathLst>
              <a:path w="201168" h="50292">
                <a:moveTo>
                  <a:pt x="0" y="0"/>
                </a:moveTo>
                <a:lnTo>
                  <a:pt x="100584" y="50292"/>
                </a:lnTo>
                <a:lnTo>
                  <a:pt x="201168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687568" y="5294376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CT 멀티모달 모델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표현 학습과 평가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59" name="Oval 58"/>
          <p:cNvSpPr/>
          <p:nvPr/>
        </p:nvSpPr>
        <p:spPr>
          <a:xfrm>
            <a:off x="7232904" y="3712464"/>
            <a:ext cx="713232" cy="713232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Freeform 59"/>
          <p:cNvSpPr/>
          <p:nvPr/>
        </p:nvSpPr>
        <p:spPr>
          <a:xfrm>
            <a:off x="7507224" y="3968496"/>
            <a:ext cx="164592" cy="210312"/>
          </a:xfrm>
          <a:custGeom>
            <a:avLst/>
            <a:gdLst/>
            <a:ahLst/>
            <a:cxnLst/>
            <a:rect l="l" t="t" r="r" b="b"/>
            <a:pathLst>
              <a:path w="164592" h="210312">
                <a:moveTo>
                  <a:pt x="0" y="210312"/>
                </a:moveTo>
                <a:lnTo>
                  <a:pt x="0" y="0"/>
                </a:lnTo>
                <a:lnTo>
                  <a:pt x="164592" y="0"/>
                </a:lnTo>
                <a:lnTo>
                  <a:pt x="164592" y="210312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1" name="Connector 60"/>
          <p:cNvCxnSpPr/>
          <p:nvPr/>
        </p:nvCxnSpPr>
        <p:spPr>
          <a:xfrm>
            <a:off x="7548372" y="4023360"/>
            <a:ext cx="82296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2" name="Connector 61"/>
          <p:cNvCxnSpPr/>
          <p:nvPr/>
        </p:nvCxnSpPr>
        <p:spPr>
          <a:xfrm>
            <a:off x="7548372" y="4078224"/>
            <a:ext cx="82296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3" name="Connector 62"/>
          <p:cNvCxnSpPr/>
          <p:nvPr/>
        </p:nvCxnSpPr>
        <p:spPr>
          <a:xfrm>
            <a:off x="7589520" y="4123944"/>
            <a:ext cx="0" cy="54864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315200" y="4526280"/>
            <a:ext cx="2194560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X 인턴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데이터마트, 예측 모델, 분석 화면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946136" y="4069080"/>
            <a:ext cx="131673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9262872" y="39136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92640" y="3822191"/>
            <a:ext cx="1950415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리스크 모형 운영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운영 자동화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</p:txBody>
      </p:sp>
      <p:sp>
        <p:nvSpPr>
          <p:cNvPr id="6" name="Freeform 5"/>
          <p:cNvSpPr/>
          <p:nvPr/>
        </p:nvSpPr>
        <p:spPr>
          <a:xfrm>
            <a:off x="2828467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1347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Freeform 7"/>
          <p:cNvSpPr/>
          <p:nvPr/>
        </p:nvSpPr>
        <p:spPr>
          <a:xfrm>
            <a:off x="5236311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9191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개선안 검증</a:t>
            </a:r>
          </a:p>
        </p:txBody>
      </p:sp>
      <p:sp>
        <p:nvSpPr>
          <p:cNvPr id="10" name="Freeform 9"/>
          <p:cNvSpPr/>
          <p:nvPr/>
        </p:nvSpPr>
        <p:spPr>
          <a:xfrm>
            <a:off x="7644155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27035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8575" y="1636776"/>
            <a:ext cx="155448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모형 변경은 담당자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06917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6400800" cy="3561265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19833"/>
            <a:ext cx="64008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2018년 1분기 판단 화면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21284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이상 감지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450591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3580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12개월 중간 신호 사용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42423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353872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36168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33%. 2018년 1분기 보유 대출 46만 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75011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0" y="486460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0235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68756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13회와 비슷한 오차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데이터로 과거 분기를 재현한 프로토타입. 판단에는 당시 데이터만 쓰고, 평가는 이후 확정된 결과로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180</Words>
  <Application>Microsoft Office PowerPoint</Application>
  <PresentationFormat>와이드스크린</PresentationFormat>
  <Paragraphs>50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Arial</vt:lpstr>
      <vt:lpstr>Calibri</vt:lpstr>
      <vt:lpstr>Pretendard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2026-10-22T05:15:52Z</dcterms:modified>
  <cp:category/>
</cp:coreProperties>
</file>