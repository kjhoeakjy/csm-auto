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367</Words>
  <Application>Microsoft Office PowerPoint</Application>
  <PresentationFormat>와이드스크린</PresentationFormat>
  <Paragraphs>73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Calibri</vt:lpstr>
      <vt:lpstr>Arial</vt:lpstr>
      <vt:lpstr>Pretendard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2026-10-23T05:38:48Z</dcterms:modified>
  <cp:category/>
</cp:coreProperties>
</file>