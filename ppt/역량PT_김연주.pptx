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  <p:embeddedFont>
      <p:font typeface="Pretendard SemiBold" panose="02000003000000020004" pitchFamily="2" charset="-127"/>
      <p:bold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3E98C4-CD34-45ED-B2E4-B525025A6EC8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B541F3-7B14-402A-B200-7AF8BB3D2F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171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050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2514600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37947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766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328416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170992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1764792" y="2514600"/>
            <a:ext cx="128015" cy="64008"/>
          </a:xfrm>
          <a:custGeom>
            <a:avLst/>
            <a:gdLst/>
            <a:ahLst/>
            <a:cxnLst/>
            <a:rect l="l" t="t" r="r" b="b"/>
            <a:pathLst>
              <a:path w="128015" h="64008">
                <a:moveTo>
                  <a:pt x="0" y="0"/>
                </a:moveTo>
                <a:lnTo>
                  <a:pt x="0" y="64008"/>
                </a:lnTo>
                <a:lnTo>
                  <a:pt x="128015" y="64008"/>
                </a:lnTo>
                <a:lnTo>
                  <a:pt x="128015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6184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3557016" y="244144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598164" y="2482596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8164" y="251460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4472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통계학 전공 학업 지원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2024.09 ~ 2024.12</a:t>
            </a:r>
          </a:p>
        </p:txBody>
      </p:sp>
      <p:sp>
        <p:nvSpPr>
          <p:cNvPr id="20" name="Oval 19"/>
          <p:cNvSpPr/>
          <p:nvPr/>
        </p:nvSpPr>
        <p:spPr>
          <a:xfrm>
            <a:off x="52760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04104" y="243687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5385816" y="2542032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513831" y="244144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5490972" y="2542032"/>
            <a:ext cx="100583" cy="54864"/>
          </a:xfrm>
          <a:custGeom>
            <a:avLst/>
            <a:gdLst/>
            <a:ahLst/>
            <a:cxnLst/>
            <a:rect l="l" t="t" r="r" b="b"/>
            <a:pathLst>
              <a:path w="100583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3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76088" y="1435608"/>
            <a:ext cx="2011680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운영팀장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스터디 진행, 프로젝트 진행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2026.07</a:t>
            </a:r>
          </a:p>
        </p:txBody>
      </p:sp>
      <p:sp>
        <p:nvSpPr>
          <p:cNvPr id="26" name="Oval 25"/>
          <p:cNvSpPr/>
          <p:nvPr/>
        </p:nvSpPr>
        <p:spPr>
          <a:xfrm>
            <a:off x="7196327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28776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7342631" y="2514600"/>
            <a:ext cx="128017" cy="64008"/>
          </a:xfrm>
          <a:custGeom>
            <a:avLst/>
            <a:gdLst/>
            <a:ahLst/>
            <a:cxnLst/>
            <a:rect l="l" t="t" r="r" b="b"/>
            <a:pathLst>
              <a:path w="128017" h="64008">
                <a:moveTo>
                  <a:pt x="0" y="0"/>
                </a:moveTo>
                <a:lnTo>
                  <a:pt x="0" y="64008"/>
                </a:lnTo>
                <a:lnTo>
                  <a:pt x="128017" y="64008"/>
                </a:lnTo>
                <a:lnTo>
                  <a:pt x="128017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507223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96327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2027.02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0020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226314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92608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58902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25196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91490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557784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624078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690372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756666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822960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15453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563624" y="417880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44" name="Oval 43"/>
          <p:cNvSpPr/>
          <p:nvPr/>
        </p:nvSpPr>
        <p:spPr>
          <a:xfrm>
            <a:off x="22082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22656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46" name="Oval 45"/>
          <p:cNvSpPr/>
          <p:nvPr/>
        </p:nvSpPr>
        <p:spPr>
          <a:xfrm>
            <a:off x="287121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889504" y="531266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48" name="Oval 47"/>
          <p:cNvSpPr/>
          <p:nvPr/>
        </p:nvSpPr>
        <p:spPr>
          <a:xfrm>
            <a:off x="35341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52444" y="417880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0" name="Oval 49"/>
          <p:cNvSpPr/>
          <p:nvPr/>
        </p:nvSpPr>
        <p:spPr>
          <a:xfrm>
            <a:off x="419709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1538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52" name="Oval 51"/>
          <p:cNvSpPr/>
          <p:nvPr/>
        </p:nvSpPr>
        <p:spPr>
          <a:xfrm>
            <a:off x="483717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78324" y="531266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54" name="Oval 53"/>
          <p:cNvSpPr/>
          <p:nvPr/>
        </p:nvSpPr>
        <p:spPr>
          <a:xfrm>
            <a:off x="55229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41264" y="417880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56" name="Oval 55"/>
          <p:cNvSpPr/>
          <p:nvPr/>
        </p:nvSpPr>
        <p:spPr>
          <a:xfrm>
            <a:off x="616305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04204" y="474573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58" name="Oval 57"/>
          <p:cNvSpPr/>
          <p:nvPr/>
        </p:nvSpPr>
        <p:spPr>
          <a:xfrm>
            <a:off x="68488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67144" y="531266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0" name="Oval 59"/>
          <p:cNvSpPr/>
          <p:nvPr/>
        </p:nvSpPr>
        <p:spPr>
          <a:xfrm>
            <a:off x="748893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30084" y="417880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62" name="Oval 61"/>
          <p:cNvSpPr/>
          <p:nvPr/>
        </p:nvSpPr>
        <p:spPr>
          <a:xfrm>
            <a:off x="8151875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193024" y="474573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64" name="Oval 63"/>
          <p:cNvSpPr/>
          <p:nvPr/>
        </p:nvSpPr>
        <p:spPr>
          <a:xfrm>
            <a:off x="8778240" y="288036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Freeform 64"/>
          <p:cNvSpPr/>
          <p:nvPr/>
        </p:nvSpPr>
        <p:spPr>
          <a:xfrm>
            <a:off x="8979407" y="315468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Freeform 65"/>
          <p:cNvSpPr/>
          <p:nvPr/>
        </p:nvSpPr>
        <p:spPr>
          <a:xfrm>
            <a:off x="9057132" y="310896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>
            <a:off x="8979407" y="320954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8823959" y="152704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418319" y="320040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0076688" y="29900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Freeform 70"/>
          <p:cNvSpPr/>
          <p:nvPr/>
        </p:nvSpPr>
        <p:spPr>
          <a:xfrm>
            <a:off x="10177272" y="312724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10177272" y="316839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10213848" y="323697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012680" y="352958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운영 자동화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정기 실행</a:t>
            </a:r>
          </a:p>
        </p:txBody>
      </p:sp>
      <p:sp>
        <p:nvSpPr>
          <p:cNvPr id="6" name="Freeform 5"/>
          <p:cNvSpPr/>
          <p:nvPr/>
        </p:nvSpPr>
        <p:spPr>
          <a:xfrm>
            <a:off x="2828467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11347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Freeform 7"/>
          <p:cNvSpPr/>
          <p:nvPr/>
        </p:nvSpPr>
        <p:spPr>
          <a:xfrm>
            <a:off x="5236311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9191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개선안 검증</a:t>
            </a:r>
          </a:p>
        </p:txBody>
      </p:sp>
      <p:sp>
        <p:nvSpPr>
          <p:cNvPr id="10" name="Freeform 9"/>
          <p:cNvSpPr/>
          <p:nvPr/>
        </p:nvSpPr>
        <p:spPr>
          <a:xfrm>
            <a:off x="7644155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27035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4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8575" y="1636776"/>
            <a:ext cx="155448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모형 변경은 담당자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06917"/>
            <a:ext cx="11094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pp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12848"/>
            <a:ext cx="6400800" cy="3561265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19833"/>
            <a:ext cx="64008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2018년 1분기 판단 화면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21284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이상 감지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450591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3580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12개월 중간 신호 사용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42423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353872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36168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33%. 2018년 1분기 보유 대출 46만 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75011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0" y="486460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모형 변경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10235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68756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13회보다 낮은 오차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1094415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Lending Club 공개 대출 데이터로 과거 분기를 재현한 프로토타입. 판단에는 당시 데이터만 쓰고, 평가는 이후 확정된 결과로 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222</Words>
  <Application>Microsoft Office PowerPoint</Application>
  <PresentationFormat>와이드스크린</PresentationFormat>
  <Paragraphs>63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Pretendard</vt:lpstr>
      <vt:lpstr>Pretendard Medium</vt:lpstr>
      <vt:lpstr>Arial</vt:lpstr>
      <vt:lpstr>맑은 고딕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2026-10-22T06:35:46Z</dcterms:modified>
  <cp:category/>
</cp:coreProperties>
</file>