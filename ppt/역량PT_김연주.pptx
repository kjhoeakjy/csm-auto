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  <p:embeddedFont>
      <p:font typeface="Pretendard SemiBold" panose="02000003000000020004" pitchFamily="2" charset="-127"/>
      <p:bold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59" y="2148840"/>
            <a:ext cx="5486400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김연주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59" y="3154680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관심분야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리스크 / Collection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59" y="4155757"/>
            <a:ext cx="3840480" cy="9525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4389120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438912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736592"/>
            <a:ext cx="4572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736592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New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01 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6309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상각률: 대출 실행 후 2년 내 상환 중단 후 손실 처리 비율</a:t>
            </a:r>
          </a:p>
        </p:txBody>
      </p:sp>
      <p:pic>
        <p:nvPicPr>
          <p:cNvPr id="8" name="Picture 7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395728"/>
            <a:ext cx="6309360" cy="38757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89765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예측 상각률과 사후 확인된 실제 상각률 (갱신 승인 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1755648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65960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결과가 확정된 대출의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95144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24328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담당자가 적용 여부 결정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3104197"/>
            <a:ext cx="437357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3200400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840480"/>
            <a:ext cx="1323746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71830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차 실적으로 경고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방식은 2년 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실적 확인 후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9047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94394" y="3566160"/>
            <a:ext cx="1323746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4394" y="4041648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4394" y="453542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안 할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(2018년 4분기 기준)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961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19308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9308" y="3840480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9308" y="4334256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3년 평균 예측 오차 9.5%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13회 갱신,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18.8%</a:t>
            </a:r>
          </a:p>
        </p:txBody>
      </p:sp>
      <p:pic>
        <p:nvPicPr>
          <p:cNvPr id="27" name="Picture 26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85455" y="566928"/>
            <a:ext cx="27889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시뮬레이션 링크</a:t>
            </a:r>
          </a:p>
          <a:p>
            <a:pPr algn="r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989320"/>
            <a:ext cx="4373575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상각 시점은 마지막 납부월 기준 근사치입니다.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수행했습니다.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자료 기반 과거 재현이며 실제 금융회사 운영 사례가 아닙니다.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</Words>
  <Application>Microsoft Office PowerPoint</Application>
  <PresentationFormat>와이드스크린</PresentationFormat>
  <Paragraphs>80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9" baseType="lpstr">
      <vt:lpstr>Pretendard SemiBold</vt:lpstr>
      <vt:lpstr>Calibri</vt:lpstr>
      <vt:lpstr>Arial</vt:lpstr>
      <vt:lpstr>Pretendard</vt:lpstr>
      <vt:lpstr>Pretendard Medium</vt:lpstr>
      <vt:lpstr>Office Theme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2026-10-23T07:50:53Z</dcterms:modified>
  <cp:category/>
</cp:coreProperties>
</file>