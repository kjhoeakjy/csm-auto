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통계적 추론과 모델링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통계학 전공 학업 지원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학회장, 운영팀장, 스터디 진행, 프로젝트 진행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딥러닝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2" name="Oval 51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4" name="Oval 53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6" name="Oval 55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8" name="Oval 57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0" name="Oval 59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2" name="Oval 61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4" name="Oval 63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6" name="Oval 65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8" name="Oval 67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0" name="Oval 69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2" name="Oval 71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Freeform 72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Freeform 73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5" name="Connector 74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Freeform 78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연체율과 실제 연체율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연체율 상승, 예측 연체율 하락 (연체율: 대출 실행 후 2년 내 상환 중단 후 손실 처리 비율)</a:t>
            </a:r>
          </a:p>
        </p:txBody>
      </p:sp>
      <p:pic>
        <p:nvPicPr>
          <p:cNvPr id="7" name="Picture 6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59" y="169164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연체율과 실제 연체율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통과안만 담당자 보고, 적용 여부는 담당자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단축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연체율 차이 발견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시점 연체 결과 활용 (기존 2년)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예측 연체율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교체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재학습하는 방식 13회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오차 19.4% 대비 17.3%</a:t>
            </a:r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640080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자료: Lending Club 공개 대출 226만 건. 시점별 판단에 해당 시점까지의 정보만 사용.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316</Words>
  <Application>Microsoft Office PowerPoint</Application>
  <PresentationFormat>와이드스크린</PresentationFormat>
  <Paragraphs>60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Arial</vt:lpstr>
      <vt:lpstr>Pretendard</vt:lpstr>
      <vt:lpstr>Calibri</vt:lpstr>
      <vt:lpstr>Pretendard Medium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2026-10-22T07:14:35Z</dcterms:modified>
  <cp:category/>
</cp:coreProperties>
</file>