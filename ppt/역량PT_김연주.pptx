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상각률은 대출 실행 후 2년 내 상환 중단 후 손실 처리 비율. 예측 오차는 |실제÷예측-1|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상각률. 숫자는 모형 갱신 시점 (갱신 승인 가정)</a:t>
            </a:r>
          </a:p>
        </p:txBody>
      </p:sp>
      <p:pic>
        <p:nvPicPr>
          <p:cNvPr id="9" name="Picture 8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적용 여부는 담당자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 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없음 33%,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3.5%p에서 0.3%p로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4분기 보유 대출 (그림의 마지막 시점)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예측치 조정 2회 (갱신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18.8%에서 9.5%로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 우위 (0.703 대 0.701)</a:t>
            </a:r>
          </a:p>
        </p:txBody>
      </p:sp>
      <p:pic>
        <p:nvPicPr>
          <p:cNvPr id="23" name="Picture 22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427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Calibri</vt:lpstr>
      <vt:lpstr>Pretendard SemiBold</vt:lpstr>
      <vt:lpstr>Arial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2026-10-23T03:40:22Z</dcterms:modified>
  <cp:category/>
</cp:coreProperties>
</file>