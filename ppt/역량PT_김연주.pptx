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2010~2012년 대출 8.7만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상각률 상승, 예측 상각률 하락 (상각률은 대출 실행 후 2년 내 상환 중단 후 손실 처리 비율)</a:t>
            </a:r>
          </a:p>
        </p:txBody>
      </p:sp>
      <p:pic>
        <p:nvPicPr>
          <p:cNvPr id="8" name="Picture 7" descr="chart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상각률과 실제 상각률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11종 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통과안만 담당자 보고, 적용 여부는 담당자 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871216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보고서 초안은 Claude Opus 5.5 작성, 수치는 계산 결과와 항목별 자동 대조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59" y="3104197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59" y="320040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2분기 앞당김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중간 실적 활용 (기존 2년 실적)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2016~2017년 단일 사례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수정안 적용 후 상각률 예측 오차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33%, 상대 오차 (실제÷예측-1)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절대 차이 3.4%p에서 1.6%p로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보유 대출 46만 건 사후 평가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변경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재학습 1, 예측치 조정 3 (변경 승인 가정)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정기 재학습 13회 대비 평균 오차 19.4%에서 17.3%로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변별력(AUC)은 정기 재학습 우위 (0.701 대 0.693)</a:t>
            </a:r>
          </a:p>
        </p:txBody>
      </p:sp>
      <p:pic>
        <p:nvPicPr>
          <p:cNvPr id="22" name="Picture 21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6291072"/>
            <a:ext cx="5105095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규칙은 같은 기간 결과를 보고 조정한 탐색 단계 결과. 상각 시점은 마지막 납부월 기준 근사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판단에 해당 시점까지의 정보만 사용. 공개 자료 기반 과거 재현,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409</Words>
  <Application>Microsoft Office PowerPoint</Application>
  <PresentationFormat>와이드스크린</PresentationFormat>
  <Paragraphs>67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Calibri</vt:lpstr>
      <vt:lpstr>Pretendard</vt:lpstr>
      <vt:lpstr>Pretendard Medium</vt:lpstr>
      <vt:lpstr>Arial</vt:lpstr>
      <vt:lpstr>Pretendard SemiBold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2026-10-23T01:28:24Z</dcterms:modified>
  <cp:category/>
</cp:coreProperties>
</file>