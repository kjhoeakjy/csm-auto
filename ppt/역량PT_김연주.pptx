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2010~2012년 대출 8.7만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상각률은 대출 실행 후 2년 내 상환 중단 후 손실 처리 비율. 예측 오차는 |실제÷예측-1|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87168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상각률. 숫자는 모형 갱신 시점 (갱신 승인 가정)</a:t>
            </a:r>
          </a:p>
        </p:txBody>
      </p:sp>
      <p:pic>
        <p:nvPicPr>
          <p:cNvPr id="9" name="Picture 8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37959" y="1755648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11종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적용 여부는 담당자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71216"/>
            <a:ext cx="49222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보고서 초안은 Claude Opus 5.5 작성, 수치는 계산 결과와 항목별 자동 대조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59" y="3104197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320040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 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후 1년 중간 실적 활용 (기존 2년 실적)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2016~2017년 단일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수정안 적용 후 상각률 예측 오차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33%, 상대 오차 (실제÷예측-1)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절대 차이 3.4%p에서 1.6%p로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보유 대출 46만 건 사후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변경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재학습 1, 예측치 조정 3 (변경 승인 가정)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정기 재학습 13회 대비 평균 오차 19.4%에서 17.3%로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변별력(AUC)은 정기 재학습 우위 (0.701 대 0.693)</a:t>
            </a:r>
          </a:p>
        </p:txBody>
      </p:sp>
      <p:pic>
        <p:nvPicPr>
          <p:cNvPr id="23" name="Picture 22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(시점별 점검 결과 확인)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6291072"/>
            <a:ext cx="5105095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규칙은 같은 기간 결과를 보고 조정한 탐색 단계 결과. 상각 시점은 마지막 납부월 기준 근사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수행. 공개 자료 기반 과거 재현, 실제 금융회사 운영 사례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431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Arial</vt:lpstr>
      <vt:lpstr>Pretendard</vt:lpstr>
      <vt:lpstr>Calibri</vt:lpstr>
      <vt:lpstr>Pretendard Medium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2026-10-23T01:38:56Z</dcterms:modified>
  <cp:category/>
</cp:coreProperties>
</file>